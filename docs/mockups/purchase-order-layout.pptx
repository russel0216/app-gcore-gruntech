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7562850" cy="10688638"/>
  <p:notesSz cx="10688638" cy="756285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125" d="100"/>
          <a:sy n="125" d="100"/>
        </p:scale>
        <p:origin x="850" y="-4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181387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block is its own box (named in the Selection Pane). Move or resize them to show where you want each part of the Purchase Order printout.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go"/>
          <p:cNvSpPr/>
          <p:nvPr/>
        </p:nvSpPr>
        <p:spPr>
          <a:xfrm>
            <a:off x="457200" y="399011"/>
            <a:ext cx="914400" cy="914400"/>
          </a:xfrm>
          <a:prstGeom prst="rect">
            <a:avLst/>
          </a:prstGeom>
          <a:noFill/>
          <a:ln w="12700">
            <a:solidFill>
              <a:srgbClr val="D9D9D9"/>
            </a:solidFill>
            <a:prstDash val="dash"/>
          </a:ln>
        </p:spPr>
      </p:sp>
      <p:sp>
        <p:nvSpPr>
          <p:cNvPr id="3" name="Text 1"/>
          <p:cNvSpPr txBox="1"/>
          <p:nvPr/>
        </p:nvSpPr>
        <p:spPr>
          <a:xfrm>
            <a:off x="457200" y="789709"/>
            <a:ext cx="914400" cy="1662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LOGO</a:t>
            </a:r>
            <a:endParaRPr lang="en-US" sz="800" dirty="0"/>
          </a:p>
        </p:txBody>
      </p:sp>
      <p:sp>
        <p:nvSpPr>
          <p:cNvPr id="4" name="Company name"/>
          <p:cNvSpPr txBox="1"/>
          <p:nvPr/>
        </p:nvSpPr>
        <p:spPr>
          <a:xfrm>
            <a:off x="1487978" y="415636"/>
            <a:ext cx="3491345" cy="232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5B2A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GRUNTECHNOLOGY CORPORATION</a:t>
            </a:r>
            <a:endParaRPr lang="en-US" sz="1500" dirty="0"/>
          </a:p>
        </p:txBody>
      </p:sp>
      <p:sp>
        <p:nvSpPr>
          <p:cNvPr id="5" name="Company details"/>
          <p:cNvSpPr txBox="1"/>
          <p:nvPr/>
        </p:nvSpPr>
        <p:spPr>
          <a:xfrm>
            <a:off x="1487978" y="698269"/>
            <a:ext cx="2660073" cy="7481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7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Rajah Soliman Street, Parang, Marikina City 1809</a:t>
            </a:r>
            <a:endParaRPr lang="en-US" sz="7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7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 No.: (02) 8 655 4063 | Fax No.: (02) 9 794 6560 | Email: customercare@gruntechnology.com</a:t>
            </a:r>
            <a:endParaRPr lang="en-US" sz="7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7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Website: www.gruntechnology.com</a:t>
            </a:r>
            <a:endParaRPr lang="en-US" sz="7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7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TIN: 008-847-780-000 | REG NO: CS201416452</a:t>
            </a:r>
            <a:endParaRPr lang="en-US" sz="750" dirty="0"/>
          </a:p>
        </p:txBody>
      </p:sp>
      <p:sp>
        <p:nvSpPr>
          <p:cNvPr id="6" name="Document title"/>
          <p:cNvSpPr txBox="1"/>
          <p:nvPr/>
        </p:nvSpPr>
        <p:spPr>
          <a:xfrm>
            <a:off x="4987636" y="266007"/>
            <a:ext cx="2119745" cy="7481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2400" b="1" dirty="0">
                <a:solidFill>
                  <a:srgbClr val="5B2A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PURCHASE</a:t>
            </a:r>
            <a:endParaRPr lang="en-US" sz="2400" b="1" dirty="0"/>
          </a:p>
          <a:p>
            <a:pPr marL="0" indent="0" algn="r">
              <a:buNone/>
            </a:pPr>
            <a:r>
              <a:rPr lang="en-US" sz="2400" b="1" dirty="0">
                <a:solidFill>
                  <a:srgbClr val="5B2A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</a:t>
            </a:r>
            <a:endParaRPr lang="en-US" sz="2400" b="1" dirty="0"/>
          </a:p>
        </p:txBody>
      </p:sp>
      <p:sp>
        <p:nvSpPr>
          <p:cNvPr id="7" name="PO number"/>
          <p:cNvSpPr txBox="1"/>
          <p:nvPr/>
        </p:nvSpPr>
        <p:spPr>
          <a:xfrm>
            <a:off x="4987636" y="1097280"/>
            <a:ext cx="2119745" cy="1662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2E9A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 GT-PO-2026-5711</a:t>
            </a:r>
            <a:endParaRPr lang="en-US" sz="1000" dirty="0"/>
          </a:p>
        </p:txBody>
      </p:sp>
      <p:sp>
        <p:nvSpPr>
          <p:cNvPr id="8" name="PO date"/>
          <p:cNvSpPr txBox="1"/>
          <p:nvPr/>
        </p:nvSpPr>
        <p:spPr>
          <a:xfrm>
            <a:off x="4987636" y="1280160"/>
            <a:ext cx="2119745" cy="1662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Date: October 14, 2026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57200" y="1570182"/>
            <a:ext cx="6650182" cy="0"/>
          </a:xfrm>
          <a:prstGeom prst="line">
            <a:avLst/>
          </a:prstGeom>
          <a:noFill/>
          <a:ln w="19050">
            <a:solidFill>
              <a:srgbClr val="2E9A4B"/>
            </a:solidFill>
            <a:prstDash val="solid"/>
          </a:ln>
        </p:spPr>
      </p:sp>
      <p:sp>
        <p:nvSpPr>
          <p:cNvPr id="10" name="Details heading"/>
          <p:cNvSpPr txBox="1"/>
          <p:nvPr/>
        </p:nvSpPr>
        <p:spPr>
          <a:xfrm>
            <a:off x="457200" y="1819564"/>
            <a:ext cx="2493818" cy="149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5B2A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DETAILS</a:t>
            </a:r>
            <a:endParaRPr lang="en-US" sz="850" dirty="0"/>
          </a:p>
        </p:txBody>
      </p:sp>
      <p:sp>
        <p:nvSpPr>
          <p:cNvPr id="11" name="Details"/>
          <p:cNvSpPr txBox="1"/>
          <p:nvPr/>
        </p:nvSpPr>
        <p:spPr>
          <a:xfrm>
            <a:off x="457200" y="2102197"/>
            <a:ext cx="3325091" cy="224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</a:pPr>
            <a:r>
              <a:rPr lang="en-US" sz="9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Quotation reference: SQ-2026-0412</a:t>
            </a:r>
            <a:br>
              <a:rPr lang="en-US" sz="9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</a:br>
            <a:r>
              <a:rPr lang="en-US" sz="9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Delivery date: October 28, 2026</a:t>
            </a:r>
            <a:endParaRPr lang="en-US" sz="950" dirty="0"/>
          </a:p>
          <a:p>
            <a:pPr marL="0" indent="0">
              <a:lnSpc>
                <a:spcPct val="130000"/>
              </a:lnSpc>
              <a:buNone/>
            </a:pPr>
            <a:br>
              <a:rPr lang="en-US" sz="9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</a:br>
            <a:endParaRPr lang="en-US" sz="950" dirty="0"/>
          </a:p>
        </p:txBody>
      </p:sp>
      <p:sp>
        <p:nvSpPr>
          <p:cNvPr id="12" name="Supplier heading"/>
          <p:cNvSpPr txBox="1"/>
          <p:nvPr/>
        </p:nvSpPr>
        <p:spPr>
          <a:xfrm>
            <a:off x="457200" y="2535567"/>
            <a:ext cx="2493818" cy="149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5B2A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SUPPLIER</a:t>
            </a:r>
            <a:endParaRPr lang="en-US" sz="850" dirty="0"/>
          </a:p>
        </p:txBody>
      </p:sp>
      <p:sp>
        <p:nvSpPr>
          <p:cNvPr id="13" name="Supplier left"/>
          <p:cNvSpPr txBox="1"/>
          <p:nvPr/>
        </p:nvSpPr>
        <p:spPr>
          <a:xfrm>
            <a:off x="457200" y="2759087"/>
            <a:ext cx="3158836" cy="88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 ION TECHNOLOGY INC.</a:t>
            </a:r>
            <a:br>
              <a:rPr 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</a:br>
            <a:r>
              <a:rPr 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#27 Rajah Soliman Street </a:t>
            </a:r>
            <a:br>
              <a:rPr 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</a:br>
            <a:r>
              <a:rPr 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Barangay Marikina Heights Marikina City</a:t>
            </a:r>
            <a:br>
              <a:rPr 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</a:br>
            <a:r>
              <a:rPr 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0917 555 0101</a:t>
            </a:r>
            <a:endParaRPr lang="en-US" sz="900" dirty="0"/>
          </a:p>
          <a:p>
            <a:r>
              <a:rPr 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Rosa Lim, Sales Engineer</a:t>
            </a:r>
            <a:br>
              <a:rPr 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</a:br>
            <a:r>
              <a:rPr lang="en-US" sz="900" b="1" dirty="0" err="1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rosa.lim@gasion.example</a:t>
            </a:r>
            <a:endParaRPr lang="en-US" sz="900" dirty="0"/>
          </a:p>
        </p:txBody>
      </p:sp>
      <p:sp>
        <p:nvSpPr>
          <p:cNvPr id="15" name="Delivery heading"/>
          <p:cNvSpPr txBox="1"/>
          <p:nvPr/>
        </p:nvSpPr>
        <p:spPr>
          <a:xfrm>
            <a:off x="3781044" y="2543140"/>
            <a:ext cx="2493818" cy="149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5B2A8C"/>
                </a:solidFill>
                <a:latin typeface="Arial" pitchFamily="34" charset="0"/>
                <a:cs typeface="Arial" pitchFamily="34" charset="-120"/>
              </a:rPr>
              <a:t>SHIP TO</a:t>
            </a:r>
            <a:endParaRPr lang="en-US" sz="850" dirty="0"/>
          </a:p>
        </p:txBody>
      </p:sp>
      <p:sp>
        <p:nvSpPr>
          <p:cNvPr id="18" name="Order heading"/>
          <p:cNvSpPr txBox="1"/>
          <p:nvPr/>
        </p:nvSpPr>
        <p:spPr>
          <a:xfrm>
            <a:off x="457200" y="3881305"/>
            <a:ext cx="2493818" cy="149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5B2A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</a:t>
            </a:r>
            <a:endParaRPr lang="en-US" sz="850" dirty="0"/>
          </a:p>
        </p:txBody>
      </p:sp>
      <p:graphicFrame>
        <p:nvGraphicFramePr>
          <p:cNvPr id="19" name="Order line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8137986"/>
              </p:ext>
            </p:extLst>
          </p:nvPr>
        </p:nvGraphicFramePr>
        <p:xfrm>
          <a:off x="457200" y="4180563"/>
          <a:ext cx="6647688" cy="768096"/>
        </p:xfrm>
        <a:graphic>
          <a:graphicData uri="http://schemas.openxmlformats.org/drawingml/2006/table">
            <a:tbl>
              <a:tblPr/>
              <a:tblGrid>
                <a:gridCol w="411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241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5B2A8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NO.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5B2A8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 NO.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5B2A8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DESCRIPTION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5B2A8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QTY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5B2A8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5B2A8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UNIT PRICE (PHP)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5B2A8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AMOUNT (PHP)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ZZUI Stainless pipe 2" Sch 40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length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150.00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4,500.00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0" name="Totals"/>
          <p:cNvSpPr txBox="1"/>
          <p:nvPr/>
        </p:nvSpPr>
        <p:spPr>
          <a:xfrm>
            <a:off x="4247804" y="5261217"/>
            <a:ext cx="1246909" cy="149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Subtotal</a:t>
            </a:r>
            <a:endParaRPr lang="en-US" sz="950" dirty="0"/>
          </a:p>
        </p:txBody>
      </p:sp>
      <p:sp>
        <p:nvSpPr>
          <p:cNvPr id="21" name="Text 18"/>
          <p:cNvSpPr txBox="1"/>
          <p:nvPr/>
        </p:nvSpPr>
        <p:spPr>
          <a:xfrm>
            <a:off x="5735782" y="5261217"/>
            <a:ext cx="1280160" cy="149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PHP 4,500.00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4156364" y="5502287"/>
            <a:ext cx="295101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247804" y="5568788"/>
            <a:ext cx="1246909" cy="149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VAT (12%)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5735782" y="5568788"/>
            <a:ext cx="1280160" cy="149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PHP 0.00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4156364" y="5809857"/>
            <a:ext cx="295101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247804" y="5901297"/>
            <a:ext cx="124690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5B2A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5569527" y="5901297"/>
            <a:ext cx="14464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5B2A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PHP 4,500.00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4156364" y="6125187"/>
            <a:ext cx="2951018" cy="0"/>
          </a:xfrm>
          <a:prstGeom prst="line">
            <a:avLst/>
          </a:prstGeom>
          <a:noFill/>
          <a:ln w="25400">
            <a:solidFill>
              <a:srgbClr val="5B2A8C"/>
            </a:solidFill>
            <a:prstDash val="solid"/>
          </a:ln>
        </p:spPr>
      </p:sp>
      <p:sp>
        <p:nvSpPr>
          <p:cNvPr id="29" name="Notes heading"/>
          <p:cNvSpPr txBox="1"/>
          <p:nvPr/>
        </p:nvSpPr>
        <p:spPr>
          <a:xfrm>
            <a:off x="457200" y="6366810"/>
            <a:ext cx="2493818" cy="149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5B2A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NOTES</a:t>
            </a:r>
            <a:endParaRPr lang="en-US" sz="850" dirty="0"/>
          </a:p>
        </p:txBody>
      </p:sp>
      <p:sp>
        <p:nvSpPr>
          <p:cNvPr id="30" name="Notes"/>
          <p:cNvSpPr txBox="1"/>
          <p:nvPr/>
        </p:nvSpPr>
        <p:spPr>
          <a:xfrm>
            <a:off x="457200" y="6641130"/>
            <a:ext cx="4156364" cy="149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stock order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457200" y="8672022"/>
            <a:ext cx="6650182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2" name="Prepared by"/>
          <p:cNvSpPr txBox="1"/>
          <p:nvPr/>
        </p:nvSpPr>
        <p:spPr>
          <a:xfrm>
            <a:off x="457200" y="9035935"/>
            <a:ext cx="2078182" cy="1330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5B2A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BY</a:t>
            </a:r>
            <a:endParaRPr lang="en-US" sz="850" dirty="0"/>
          </a:p>
        </p:txBody>
      </p:sp>
      <p:sp>
        <p:nvSpPr>
          <p:cNvPr id="33" name="Text 30"/>
          <p:cNvSpPr txBox="1"/>
          <p:nvPr/>
        </p:nvSpPr>
        <p:spPr>
          <a:xfrm>
            <a:off x="457200" y="9210502"/>
            <a:ext cx="2493818" cy="4655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Administrator</a:t>
            </a:r>
            <a:endParaRPr lang="en-US" sz="950" dirty="0"/>
          </a:p>
          <a:p>
            <a:pPr marL="0" indent="0">
              <a:buNone/>
            </a:pPr>
            <a:r>
              <a:rPr lang="en-US" sz="8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gcore@gruntechnology.com</a:t>
            </a:r>
            <a:endParaRPr lang="en-US" sz="950" dirty="0"/>
          </a:p>
          <a:p>
            <a:pPr marL="0" indent="0">
              <a:buNone/>
            </a:pPr>
            <a:r>
              <a:rPr lang="en-US" sz="8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 14, 2026, 2:47 PM</a:t>
            </a:r>
            <a:endParaRPr lang="en-US" sz="950" dirty="0"/>
          </a:p>
        </p:txBody>
      </p:sp>
      <p:sp>
        <p:nvSpPr>
          <p:cNvPr id="34" name="Approved by"/>
          <p:cNvSpPr txBox="1"/>
          <p:nvPr/>
        </p:nvSpPr>
        <p:spPr>
          <a:xfrm>
            <a:off x="5411585" y="9035935"/>
            <a:ext cx="1662545" cy="1330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5B2A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APPROVED BY</a:t>
            </a:r>
            <a:endParaRPr lang="en-US" sz="850" dirty="0"/>
          </a:p>
        </p:txBody>
      </p:sp>
      <p:sp>
        <p:nvSpPr>
          <p:cNvPr id="35" name="Text 32"/>
          <p:cNvSpPr txBox="1"/>
          <p:nvPr/>
        </p:nvSpPr>
        <p:spPr>
          <a:xfrm>
            <a:off x="5411585" y="9218815"/>
            <a:ext cx="1662545" cy="1330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Pending</a:t>
            </a:r>
            <a:endParaRPr lang="en-US" sz="800" dirty="0"/>
          </a:p>
        </p:txBody>
      </p:sp>
      <p:sp>
        <p:nvSpPr>
          <p:cNvPr id="36" name="Shape 33"/>
          <p:cNvSpPr/>
          <p:nvPr/>
        </p:nvSpPr>
        <p:spPr>
          <a:xfrm>
            <a:off x="457200" y="9958647"/>
            <a:ext cx="6650182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7" name="Strapline"/>
          <p:cNvSpPr txBox="1"/>
          <p:nvPr/>
        </p:nvSpPr>
        <p:spPr>
          <a:xfrm>
            <a:off x="457200" y="10058400"/>
            <a:ext cx="6650182" cy="2493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kern="0" spc="150" dirty="0">
                <a:solidFill>
                  <a:srgbClr val="2E9A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INDUSTRIAL UTILITY SOLUTIONS</a:t>
            </a:r>
            <a:endParaRPr lang="en-US" sz="1300" dirty="0"/>
          </a:p>
        </p:txBody>
      </p:sp>
      <p:sp>
        <p:nvSpPr>
          <p:cNvPr id="39" name="Details">
            <a:extLst>
              <a:ext uri="{FF2B5EF4-FFF2-40B4-BE49-F238E27FC236}">
                <a16:creationId xmlns:a16="http://schemas.microsoft.com/office/drawing/2014/main" id="{74D00973-A306-76F2-22CF-F07CF6E78406}"/>
              </a:ext>
            </a:extLst>
          </p:cNvPr>
          <p:cNvSpPr txBox="1"/>
          <p:nvPr/>
        </p:nvSpPr>
        <p:spPr>
          <a:xfrm>
            <a:off x="3782291" y="2102197"/>
            <a:ext cx="3325091" cy="224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</a:pPr>
            <a:r>
              <a:rPr lang="en-US" sz="9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Terms: 50% Down Payment, 50% Upon Delivery</a:t>
            </a:r>
            <a:endParaRPr lang="en-US" sz="950" dirty="0"/>
          </a:p>
        </p:txBody>
      </p:sp>
      <p:sp>
        <p:nvSpPr>
          <p:cNvPr id="41" name="Supplier left">
            <a:extLst>
              <a:ext uri="{FF2B5EF4-FFF2-40B4-BE49-F238E27FC236}">
                <a16:creationId xmlns:a16="http://schemas.microsoft.com/office/drawing/2014/main" id="{F0EA716B-43C8-A9E1-55AB-5DD95D70C34D}"/>
              </a:ext>
            </a:extLst>
          </p:cNvPr>
          <p:cNvSpPr txBox="1"/>
          <p:nvPr/>
        </p:nvSpPr>
        <p:spPr>
          <a:xfrm>
            <a:off x="3782291" y="2759087"/>
            <a:ext cx="3158836" cy="88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GRUNTECHNOLOGY CORPORATION</a:t>
            </a:r>
            <a:br>
              <a:rPr 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</a:br>
            <a:r>
              <a:rPr 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 Rajah Soliman Street </a:t>
            </a:r>
            <a:br>
              <a:rPr 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</a:br>
            <a:r>
              <a:rPr 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Barangay Parang Marikina City</a:t>
            </a:r>
            <a:br>
              <a:rPr 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</a:br>
            <a:r>
              <a:rPr 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+63286554063</a:t>
            </a:r>
            <a:br>
              <a:rPr 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</a:br>
            <a:r>
              <a:rPr 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customercare@gruntechnology.com</a:t>
            </a:r>
            <a:br>
              <a:rPr 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</a:br>
            <a:r>
              <a:rPr lang="en-US" sz="900" b="1" dirty="0" err="1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Wenchie</a:t>
            </a:r>
            <a:r>
              <a:rPr 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900" b="1" dirty="0" err="1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Marcellano</a:t>
            </a:r>
            <a:r>
              <a:rPr 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Back Support</a:t>
            </a:r>
            <a:endParaRPr lang="en-US" sz="900" dirty="0"/>
          </a:p>
        </p:txBody>
      </p:sp>
      <p:sp>
        <p:nvSpPr>
          <p:cNvPr id="43" name="Notes">
            <a:extLst>
              <a:ext uri="{FF2B5EF4-FFF2-40B4-BE49-F238E27FC236}">
                <a16:creationId xmlns:a16="http://schemas.microsoft.com/office/drawing/2014/main" id="{928770D8-664A-3B4B-96CA-2795194957B0}"/>
              </a:ext>
            </a:extLst>
          </p:cNvPr>
          <p:cNvSpPr txBox="1"/>
          <p:nvPr/>
        </p:nvSpPr>
        <p:spPr>
          <a:xfrm>
            <a:off x="457200" y="8770851"/>
            <a:ext cx="4156364" cy="149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950" i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name, date and time are considered a digital signature of approval.</a:t>
            </a:r>
            <a:endParaRPr lang="en-US" sz="950" i="1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268</Words>
  <Application>Microsoft Office PowerPoint</Application>
  <PresentationFormat>Custom</PresentationFormat>
  <Paragraphs>51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3" baseType="lpstr">
      <vt:lpstr>Arial</vt:lpstr>
      <vt:lpstr>Office Theme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Jhon Russel Balicas</cp:lastModifiedBy>
  <cp:revision>3</cp:revision>
  <dcterms:created xsi:type="dcterms:W3CDTF">2026-10-14T08:39:28Z</dcterms:created>
  <dcterms:modified xsi:type="dcterms:W3CDTF">2026-10-14T09:14:39Z</dcterms:modified>
</cp:coreProperties>
</file>