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block is its own box (named in the Selection Pane). Move or resize them to show where you want each part of the Purchase Order printout.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457200" y="399011"/>
            <a:ext cx="914400" cy="914400"/>
          </a:xfrm>
          <a:prstGeom prst="rect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789709"/>
            <a:ext cx="914400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800" dirty="0"/>
          </a:p>
        </p:txBody>
      </p:sp>
      <p:sp>
        <p:nvSpPr>
          <p:cNvPr id="4" name="Company name"/>
          <p:cNvSpPr txBox="1"/>
          <p:nvPr/>
        </p:nvSpPr>
        <p:spPr>
          <a:xfrm>
            <a:off x="1487978" y="415636"/>
            <a:ext cx="3491345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GRUNTECHNOLOGY CORPORATION</a:t>
            </a:r>
            <a:endParaRPr lang="en-US" sz="1500" dirty="0"/>
          </a:p>
        </p:txBody>
      </p:sp>
      <p:sp>
        <p:nvSpPr>
          <p:cNvPr id="5" name="Company details"/>
          <p:cNvSpPr txBox="1"/>
          <p:nvPr/>
        </p:nvSpPr>
        <p:spPr>
          <a:xfrm>
            <a:off x="1487978" y="698269"/>
            <a:ext cx="2660073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Rajah Soliman Street, Parang, Marikina City 1809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 No.: (02) 8 655 4063 | Fax No.: (02) 9 794 6560 | Email: customercare@gruntechnology.com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www.gruntechnology.com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TIN: 008-847-780-000 | REG NO: CS201416452</a:t>
            </a:r>
            <a:endParaRPr lang="en-US" sz="750" dirty="0"/>
          </a:p>
        </p:txBody>
      </p:sp>
      <p:sp>
        <p:nvSpPr>
          <p:cNvPr id="6" name="Document title"/>
          <p:cNvSpPr txBox="1"/>
          <p:nvPr/>
        </p:nvSpPr>
        <p:spPr>
          <a:xfrm>
            <a:off x="4987636" y="266007"/>
            <a:ext cx="2119745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2400" dirty="0"/>
          </a:p>
          <a:p>
            <a:pPr algn="r" indent="0" marL="0">
              <a:buNone/>
            </a:pPr>
            <a:r>
              <a:rPr lang="en-US" sz="2400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2400" dirty="0"/>
          </a:p>
        </p:txBody>
      </p:sp>
      <p:sp>
        <p:nvSpPr>
          <p:cNvPr id="7" name="PO number"/>
          <p:cNvSpPr txBox="1"/>
          <p:nvPr/>
        </p:nvSpPr>
        <p:spPr>
          <a:xfrm>
            <a:off x="4987636" y="1097280"/>
            <a:ext cx="2119745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GT-PO-2026-5711</a:t>
            </a:r>
            <a:endParaRPr lang="en-US" sz="1000" dirty="0"/>
          </a:p>
        </p:txBody>
      </p:sp>
      <p:sp>
        <p:nvSpPr>
          <p:cNvPr id="8" name="PO date"/>
          <p:cNvSpPr txBox="1"/>
          <p:nvPr/>
        </p:nvSpPr>
        <p:spPr>
          <a:xfrm>
            <a:off x="4987636" y="1280160"/>
            <a:ext cx="2119745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P.O. Date: October 14,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03862"/>
            <a:ext cx="6650182" cy="0"/>
          </a:xfrm>
          <a:prstGeom prst="line">
            <a:avLst/>
          </a:prstGeom>
          <a:noFill/>
          <a:ln w="19050">
            <a:solidFill>
              <a:srgbClr val="2E9A4B"/>
            </a:solidFill>
            <a:prstDash val="solid"/>
          </a:ln>
        </p:spPr>
      </p:sp>
      <p:sp>
        <p:nvSpPr>
          <p:cNvPr id="10" name="Details heading"/>
          <p:cNvSpPr txBox="1"/>
          <p:nvPr/>
        </p:nvSpPr>
        <p:spPr>
          <a:xfrm>
            <a:off x="457200" y="2053244"/>
            <a:ext cx="2493818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850" dirty="0"/>
          </a:p>
        </p:txBody>
      </p:sp>
      <p:sp>
        <p:nvSpPr>
          <p:cNvPr id="11" name="Details"/>
          <p:cNvSpPr txBox="1"/>
          <p:nvPr/>
        </p:nvSpPr>
        <p:spPr>
          <a:xfrm>
            <a:off x="457200" y="2335876"/>
            <a:ext cx="3325091" cy="38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reference: SQ-2026-0412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date: October 28, 2026</a:t>
            </a:r>
            <a:endParaRPr lang="en-US" sz="950" dirty="0"/>
          </a:p>
        </p:txBody>
      </p:sp>
      <p:sp>
        <p:nvSpPr>
          <p:cNvPr id="12" name="Supplier heading"/>
          <p:cNvSpPr txBox="1"/>
          <p:nvPr/>
        </p:nvSpPr>
        <p:spPr>
          <a:xfrm>
            <a:off x="457200" y="3275215"/>
            <a:ext cx="2493818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850" dirty="0"/>
          </a:p>
        </p:txBody>
      </p:sp>
      <p:sp>
        <p:nvSpPr>
          <p:cNvPr id="13" name="Supplier left"/>
          <p:cNvSpPr txBox="1"/>
          <p:nvPr/>
        </p:nvSpPr>
        <p:spPr>
          <a:xfrm>
            <a:off x="457200" y="3549535"/>
            <a:ext cx="3158836" cy="38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Supplier: GAS ION TECHNOLOGY INC.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person: Rosa Lim, Sales Engineer</a:t>
            </a:r>
            <a:endParaRPr lang="en-US" sz="950" dirty="0"/>
          </a:p>
        </p:txBody>
      </p:sp>
      <p:sp>
        <p:nvSpPr>
          <p:cNvPr id="14" name="Supplier right"/>
          <p:cNvSpPr txBox="1"/>
          <p:nvPr/>
        </p:nvSpPr>
        <p:spPr>
          <a:xfrm>
            <a:off x="3782291" y="3549535"/>
            <a:ext cx="3325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Address: 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details: Tel: 0917 555 0101 | Email: rosa.lim@gasion.example</a:t>
            </a:r>
            <a:endParaRPr lang="en-US" sz="950" dirty="0"/>
          </a:p>
        </p:txBody>
      </p:sp>
      <p:sp>
        <p:nvSpPr>
          <p:cNvPr id="15" name="Delivery heading"/>
          <p:cNvSpPr txBox="1"/>
          <p:nvPr/>
        </p:nvSpPr>
        <p:spPr>
          <a:xfrm>
            <a:off x="457200" y="4247804"/>
            <a:ext cx="2493818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AND TERMS</a:t>
            </a:r>
            <a:endParaRPr lang="en-US" sz="850" dirty="0"/>
          </a:p>
        </p:txBody>
      </p:sp>
      <p:sp>
        <p:nvSpPr>
          <p:cNvPr id="16" name="Delivery left"/>
          <p:cNvSpPr txBox="1"/>
          <p:nvPr/>
        </p:nvSpPr>
        <p:spPr>
          <a:xfrm>
            <a:off x="457200" y="4530436"/>
            <a:ext cx="3158836" cy="38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to: Main Warehouse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request: —</a:t>
            </a:r>
            <a:endParaRPr lang="en-US" sz="950" dirty="0"/>
          </a:p>
        </p:txBody>
      </p:sp>
      <p:sp>
        <p:nvSpPr>
          <p:cNvPr id="17" name="Delivery right"/>
          <p:cNvSpPr txBox="1"/>
          <p:nvPr/>
        </p:nvSpPr>
        <p:spPr>
          <a:xfrm>
            <a:off x="3782291" y="4530436"/>
            <a:ext cx="3325091" cy="38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Terms: 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Issued</a:t>
            </a:r>
            <a:endParaRPr lang="en-US" sz="950" dirty="0"/>
          </a:p>
        </p:txBody>
      </p:sp>
      <p:sp>
        <p:nvSpPr>
          <p:cNvPr id="18" name="Order heading"/>
          <p:cNvSpPr txBox="1"/>
          <p:nvPr/>
        </p:nvSpPr>
        <p:spPr>
          <a:xfrm>
            <a:off x="457200" y="5037513"/>
            <a:ext cx="2493818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850" dirty="0"/>
          </a:p>
        </p:txBody>
      </p:sp>
      <p:graphicFrame>
        <p:nvGraphicFramePr>
          <p:cNvPr id="2" name="Order lin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336771"/>
          <a:ext cx="665018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777240"/>
                <a:gridCol w="2103120"/>
                <a:gridCol w="457200"/>
                <a:gridCol w="640080"/>
                <a:gridCol w="1234440"/>
                <a:gridCol w="1024128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B2A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5B2A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NO.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5B2A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B2A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5B2A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B2A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PRICE (PHP)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B2A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(PHP)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ZZUI Stainless pipe 2" Sch 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otals"/>
          <p:cNvSpPr txBox="1"/>
          <p:nvPr/>
        </p:nvSpPr>
        <p:spPr>
          <a:xfrm>
            <a:off x="4247804" y="6417425"/>
            <a:ext cx="1246909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735782" y="6417425"/>
            <a:ext cx="1280160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4,500.00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56364" y="6658495"/>
            <a:ext cx="295101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47804" y="6724996"/>
            <a:ext cx="1246909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(12%)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735782" y="6724996"/>
            <a:ext cx="1280160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0.00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56364" y="6966065"/>
            <a:ext cx="295101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47804" y="7057505"/>
            <a:ext cx="12469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569527" y="7057505"/>
            <a:ext cx="1446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4,500.00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56364" y="7348451"/>
            <a:ext cx="2951018" cy="0"/>
          </a:xfrm>
          <a:prstGeom prst="line">
            <a:avLst/>
          </a:prstGeom>
          <a:noFill/>
          <a:ln w="25400">
            <a:solidFill>
              <a:srgbClr val="5B2A8C"/>
            </a:solidFill>
            <a:prstDash val="solid"/>
          </a:ln>
        </p:spPr>
      </p:sp>
      <p:sp>
        <p:nvSpPr>
          <p:cNvPr id="29" name="Notes heading"/>
          <p:cNvSpPr txBox="1"/>
          <p:nvPr/>
        </p:nvSpPr>
        <p:spPr>
          <a:xfrm>
            <a:off x="457200" y="7523018"/>
            <a:ext cx="2493818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850" dirty="0"/>
          </a:p>
        </p:txBody>
      </p:sp>
      <p:sp>
        <p:nvSpPr>
          <p:cNvPr id="30" name="Notes"/>
          <p:cNvSpPr txBox="1"/>
          <p:nvPr/>
        </p:nvSpPr>
        <p:spPr>
          <a:xfrm>
            <a:off x="457200" y="7797338"/>
            <a:ext cx="4156364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stock order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8936182"/>
            <a:ext cx="665018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2" name="Prepared by"/>
          <p:cNvSpPr txBox="1"/>
          <p:nvPr/>
        </p:nvSpPr>
        <p:spPr>
          <a:xfrm>
            <a:off x="457200" y="9035935"/>
            <a:ext cx="2078182" cy="13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9210502"/>
            <a:ext cx="2493818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Administrator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gcore@gruntechnology.com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14, 2026, 2:47 PM</a:t>
            </a:r>
            <a:endParaRPr lang="en-US" sz="950" dirty="0"/>
          </a:p>
        </p:txBody>
      </p:sp>
      <p:sp>
        <p:nvSpPr>
          <p:cNvPr id="34" name="Approved by"/>
          <p:cNvSpPr txBox="1"/>
          <p:nvPr/>
        </p:nvSpPr>
        <p:spPr>
          <a:xfrm>
            <a:off x="5411585" y="9035935"/>
            <a:ext cx="1662545" cy="13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5411585" y="9218815"/>
            <a:ext cx="1662545" cy="13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57200" y="9958647"/>
            <a:ext cx="665018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Strapline"/>
          <p:cNvSpPr txBox="1"/>
          <p:nvPr/>
        </p:nvSpPr>
        <p:spPr>
          <a:xfrm>
            <a:off x="457200" y="10058400"/>
            <a:ext cx="6650182" cy="249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2E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UTILITY SOLUTIONS   WWW.GRUNTECHNOLOGY.COM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2026-10-14T08:39:28Z</dcterms:created>
  <dcterms:modified xsi:type="dcterms:W3CDTF">2026-10-14T08:39:28Z</dcterms:modified>
</cp:coreProperties>
</file>